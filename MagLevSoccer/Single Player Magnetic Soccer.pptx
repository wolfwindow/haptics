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69C70D-20C4-4C8E-BDF8-39B7DDD1E505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3775149-E652-4A4E-B1A9-7287D97921BF}">
      <dgm:prSet/>
      <dgm:spPr/>
      <dgm:t>
        <a:bodyPr/>
        <a:lstStyle/>
        <a:p>
          <a:r>
            <a:rPr lang="en-US"/>
            <a:t>Built on the Magnets demo.</a:t>
          </a:r>
        </a:p>
      </dgm:t>
    </dgm:pt>
    <dgm:pt modelId="{489C61FF-93A3-4C03-93B9-58DF4374C5DF}" type="parTrans" cxnId="{92FF05CE-BE42-4D2C-BB04-AC57E961E138}">
      <dgm:prSet/>
      <dgm:spPr/>
      <dgm:t>
        <a:bodyPr/>
        <a:lstStyle/>
        <a:p>
          <a:endParaRPr lang="en-US"/>
        </a:p>
      </dgm:t>
    </dgm:pt>
    <dgm:pt modelId="{885C9B14-D02D-49CF-857E-2DF18889D1AE}" type="sibTrans" cxnId="{92FF05CE-BE42-4D2C-BB04-AC57E961E138}">
      <dgm:prSet/>
      <dgm:spPr/>
      <dgm:t>
        <a:bodyPr/>
        <a:lstStyle/>
        <a:p>
          <a:endParaRPr lang="en-US"/>
        </a:p>
      </dgm:t>
    </dgm:pt>
    <dgm:pt modelId="{3AEF7B2C-72CB-4FC1-9CEB-90F5155A771C}">
      <dgm:prSet/>
      <dgm:spPr/>
      <dgm:t>
        <a:bodyPr/>
        <a:lstStyle/>
        <a:p>
          <a:r>
            <a:rPr lang="en-US"/>
            <a:t>Imported a 3d model of a soccer goal.</a:t>
          </a:r>
        </a:p>
      </dgm:t>
    </dgm:pt>
    <dgm:pt modelId="{FE999D94-0571-41F3-A04D-000F5AA517BC}" type="parTrans" cxnId="{7C420779-7151-40DF-AABF-222DE14D54F6}">
      <dgm:prSet/>
      <dgm:spPr/>
      <dgm:t>
        <a:bodyPr/>
        <a:lstStyle/>
        <a:p>
          <a:endParaRPr lang="en-US"/>
        </a:p>
      </dgm:t>
    </dgm:pt>
    <dgm:pt modelId="{7A48BCF7-CBE5-4262-BE3F-037F01497CF7}" type="sibTrans" cxnId="{7C420779-7151-40DF-AABF-222DE14D54F6}">
      <dgm:prSet/>
      <dgm:spPr/>
      <dgm:t>
        <a:bodyPr/>
        <a:lstStyle/>
        <a:p>
          <a:endParaRPr lang="en-US"/>
        </a:p>
      </dgm:t>
    </dgm:pt>
    <dgm:pt modelId="{B88F5CAB-4DE4-4276-925A-703264710692}">
      <dgm:prSet/>
      <dgm:spPr/>
      <dgm:t>
        <a:bodyPr/>
        <a:lstStyle/>
        <a:p>
          <a:r>
            <a:rPr lang="en-US"/>
            <a:t>Reversed magnetism of the spheres and removed all but two.</a:t>
          </a:r>
        </a:p>
      </dgm:t>
    </dgm:pt>
    <dgm:pt modelId="{D2D5AA79-62F8-4C10-9A74-53BD4A83BE8A}" type="parTrans" cxnId="{88AA6FD2-1BE4-4B2A-8C29-8495CC4BB65F}">
      <dgm:prSet/>
      <dgm:spPr/>
      <dgm:t>
        <a:bodyPr/>
        <a:lstStyle/>
        <a:p>
          <a:endParaRPr lang="en-US"/>
        </a:p>
      </dgm:t>
    </dgm:pt>
    <dgm:pt modelId="{B099C0E4-1E59-4B71-A1AF-D5D088C887DD}" type="sibTrans" cxnId="{88AA6FD2-1BE4-4B2A-8C29-8495CC4BB65F}">
      <dgm:prSet/>
      <dgm:spPr/>
      <dgm:t>
        <a:bodyPr/>
        <a:lstStyle/>
        <a:p>
          <a:endParaRPr lang="en-US"/>
        </a:p>
      </dgm:t>
    </dgm:pt>
    <dgm:pt modelId="{9E59FE79-BCA4-4120-978C-1825FA26BD0B}">
      <dgm:prSet/>
      <dgm:spPr/>
      <dgm:t>
        <a:bodyPr/>
        <a:lstStyle/>
        <a:p>
          <a:r>
            <a:rPr lang="en-US"/>
            <a:t>Increased radius of the sphere’s force influence, in order to give it a bouncy feel.</a:t>
          </a:r>
        </a:p>
      </dgm:t>
    </dgm:pt>
    <dgm:pt modelId="{5D788181-66FA-464C-93F5-3DAB490964A0}" type="parTrans" cxnId="{5B9B1FCE-00C0-47C5-9EC9-6BF3296543EC}">
      <dgm:prSet/>
      <dgm:spPr/>
      <dgm:t>
        <a:bodyPr/>
        <a:lstStyle/>
        <a:p>
          <a:endParaRPr lang="en-US"/>
        </a:p>
      </dgm:t>
    </dgm:pt>
    <dgm:pt modelId="{1F32ABEA-D759-46DF-A67E-6D9F9CBCFEB9}" type="sibTrans" cxnId="{5B9B1FCE-00C0-47C5-9EC9-6BF3296543EC}">
      <dgm:prSet/>
      <dgm:spPr/>
      <dgm:t>
        <a:bodyPr/>
        <a:lstStyle/>
        <a:p>
          <a:endParaRPr lang="en-US"/>
        </a:p>
      </dgm:t>
    </dgm:pt>
    <dgm:pt modelId="{34934E56-DFB7-4151-A486-B13844F93959}">
      <dgm:prSet/>
      <dgm:spPr/>
      <dgm:t>
        <a:bodyPr/>
        <a:lstStyle/>
        <a:p>
          <a:r>
            <a:rPr lang="en-US" dirty="0"/>
            <a:t>When the red sphere is within the local positions of the goal posts, a goal is counted, and the red sphere is reset.</a:t>
          </a:r>
        </a:p>
      </dgm:t>
    </dgm:pt>
    <dgm:pt modelId="{130534A5-1D72-42DA-95C7-C970150C263C}" type="parTrans" cxnId="{A44E796B-D87C-4238-81F1-9B52BEA3AAD2}">
      <dgm:prSet/>
      <dgm:spPr/>
      <dgm:t>
        <a:bodyPr/>
        <a:lstStyle/>
        <a:p>
          <a:endParaRPr lang="en-US"/>
        </a:p>
      </dgm:t>
    </dgm:pt>
    <dgm:pt modelId="{B3163E14-2946-4AE7-9881-BD300C5A89EE}" type="sibTrans" cxnId="{A44E796B-D87C-4238-81F1-9B52BEA3AAD2}">
      <dgm:prSet/>
      <dgm:spPr/>
      <dgm:t>
        <a:bodyPr/>
        <a:lstStyle/>
        <a:p>
          <a:endParaRPr lang="en-US"/>
        </a:p>
      </dgm:t>
    </dgm:pt>
    <dgm:pt modelId="{D4E02A8E-0E24-4567-AC10-9E602EF169E6}">
      <dgm:prSet/>
      <dgm:spPr/>
      <dgm:t>
        <a:bodyPr/>
        <a:lstStyle/>
        <a:p>
          <a:r>
            <a:rPr lang="en-US"/>
            <a:t>Respawns are alternated based on the direction the ball came from.</a:t>
          </a:r>
        </a:p>
      </dgm:t>
    </dgm:pt>
    <dgm:pt modelId="{1DA275A4-9E44-454C-AB84-924044482C40}" type="parTrans" cxnId="{B2BE3E80-67C7-40D2-9016-2DE4176951BC}">
      <dgm:prSet/>
      <dgm:spPr/>
      <dgm:t>
        <a:bodyPr/>
        <a:lstStyle/>
        <a:p>
          <a:endParaRPr lang="en-US"/>
        </a:p>
      </dgm:t>
    </dgm:pt>
    <dgm:pt modelId="{36686736-7DBE-447B-AF22-609EC260B7DE}" type="sibTrans" cxnId="{B2BE3E80-67C7-40D2-9016-2DE4176951BC}">
      <dgm:prSet/>
      <dgm:spPr/>
      <dgm:t>
        <a:bodyPr/>
        <a:lstStyle/>
        <a:p>
          <a:endParaRPr lang="en-US"/>
        </a:p>
      </dgm:t>
    </dgm:pt>
    <dgm:pt modelId="{8179E7BB-1C60-4E8D-B1E3-8B5AA827F495}" type="pres">
      <dgm:prSet presAssocID="{E369C70D-20C4-4C8E-BDF8-39B7DDD1E505}" presName="diagram" presStyleCnt="0">
        <dgm:presLayoutVars>
          <dgm:dir/>
          <dgm:resizeHandles val="exact"/>
        </dgm:presLayoutVars>
      </dgm:prSet>
      <dgm:spPr/>
    </dgm:pt>
    <dgm:pt modelId="{68A25021-DFA5-48AE-A941-FA6D0EE6D15F}" type="pres">
      <dgm:prSet presAssocID="{E3775149-E652-4A4E-B1A9-7287D97921BF}" presName="node" presStyleLbl="node1" presStyleIdx="0" presStyleCnt="6">
        <dgm:presLayoutVars>
          <dgm:bulletEnabled val="1"/>
        </dgm:presLayoutVars>
      </dgm:prSet>
      <dgm:spPr/>
    </dgm:pt>
    <dgm:pt modelId="{A09459A0-8C7B-4C33-9158-1787BB52225E}" type="pres">
      <dgm:prSet presAssocID="{885C9B14-D02D-49CF-857E-2DF18889D1AE}" presName="sibTrans" presStyleCnt="0"/>
      <dgm:spPr/>
    </dgm:pt>
    <dgm:pt modelId="{FA9B215E-C90F-432E-A788-129E4923D81C}" type="pres">
      <dgm:prSet presAssocID="{3AEF7B2C-72CB-4FC1-9CEB-90F5155A771C}" presName="node" presStyleLbl="node1" presStyleIdx="1" presStyleCnt="6">
        <dgm:presLayoutVars>
          <dgm:bulletEnabled val="1"/>
        </dgm:presLayoutVars>
      </dgm:prSet>
      <dgm:spPr/>
    </dgm:pt>
    <dgm:pt modelId="{C6DF40EC-BF23-4C70-848B-CE945438C002}" type="pres">
      <dgm:prSet presAssocID="{7A48BCF7-CBE5-4262-BE3F-037F01497CF7}" presName="sibTrans" presStyleCnt="0"/>
      <dgm:spPr/>
    </dgm:pt>
    <dgm:pt modelId="{1E7BEC05-D4B3-420B-A0EE-FEE466BE41A8}" type="pres">
      <dgm:prSet presAssocID="{B88F5CAB-4DE4-4276-925A-703264710692}" presName="node" presStyleLbl="node1" presStyleIdx="2" presStyleCnt="6">
        <dgm:presLayoutVars>
          <dgm:bulletEnabled val="1"/>
        </dgm:presLayoutVars>
      </dgm:prSet>
      <dgm:spPr/>
    </dgm:pt>
    <dgm:pt modelId="{395CEAD6-04F9-4F3A-BAC3-ABCF01FF1C71}" type="pres">
      <dgm:prSet presAssocID="{B099C0E4-1E59-4B71-A1AF-D5D088C887DD}" presName="sibTrans" presStyleCnt="0"/>
      <dgm:spPr/>
    </dgm:pt>
    <dgm:pt modelId="{E8B374E7-2BEC-4822-9DFF-80043610A8E2}" type="pres">
      <dgm:prSet presAssocID="{9E59FE79-BCA4-4120-978C-1825FA26BD0B}" presName="node" presStyleLbl="node1" presStyleIdx="3" presStyleCnt="6">
        <dgm:presLayoutVars>
          <dgm:bulletEnabled val="1"/>
        </dgm:presLayoutVars>
      </dgm:prSet>
      <dgm:spPr/>
    </dgm:pt>
    <dgm:pt modelId="{5541F3F4-A929-430E-9074-95C300D729DF}" type="pres">
      <dgm:prSet presAssocID="{1F32ABEA-D759-46DF-A67E-6D9F9CBCFEB9}" presName="sibTrans" presStyleCnt="0"/>
      <dgm:spPr/>
    </dgm:pt>
    <dgm:pt modelId="{5B326414-7841-4EBB-9A44-6599966982EB}" type="pres">
      <dgm:prSet presAssocID="{34934E56-DFB7-4151-A486-B13844F93959}" presName="node" presStyleLbl="node1" presStyleIdx="4" presStyleCnt="6">
        <dgm:presLayoutVars>
          <dgm:bulletEnabled val="1"/>
        </dgm:presLayoutVars>
      </dgm:prSet>
      <dgm:spPr/>
    </dgm:pt>
    <dgm:pt modelId="{102F6FF4-E3AB-4832-9115-C75C6B3C3981}" type="pres">
      <dgm:prSet presAssocID="{B3163E14-2946-4AE7-9881-BD300C5A89EE}" presName="sibTrans" presStyleCnt="0"/>
      <dgm:spPr/>
    </dgm:pt>
    <dgm:pt modelId="{C19E6706-B256-4815-AE14-FBE45B7FFFFB}" type="pres">
      <dgm:prSet presAssocID="{D4E02A8E-0E24-4567-AC10-9E602EF169E6}" presName="node" presStyleLbl="node1" presStyleIdx="5" presStyleCnt="6">
        <dgm:presLayoutVars>
          <dgm:bulletEnabled val="1"/>
        </dgm:presLayoutVars>
      </dgm:prSet>
      <dgm:spPr/>
    </dgm:pt>
  </dgm:ptLst>
  <dgm:cxnLst>
    <dgm:cxn modelId="{A44E796B-D87C-4238-81F1-9B52BEA3AAD2}" srcId="{E369C70D-20C4-4C8E-BDF8-39B7DDD1E505}" destId="{34934E56-DFB7-4151-A486-B13844F93959}" srcOrd="4" destOrd="0" parTransId="{130534A5-1D72-42DA-95C7-C970150C263C}" sibTransId="{B3163E14-2946-4AE7-9881-BD300C5A89EE}"/>
    <dgm:cxn modelId="{7C420779-7151-40DF-AABF-222DE14D54F6}" srcId="{E369C70D-20C4-4C8E-BDF8-39B7DDD1E505}" destId="{3AEF7B2C-72CB-4FC1-9CEB-90F5155A771C}" srcOrd="1" destOrd="0" parTransId="{FE999D94-0571-41F3-A04D-000F5AA517BC}" sibTransId="{7A48BCF7-CBE5-4262-BE3F-037F01497CF7}"/>
    <dgm:cxn modelId="{2267FD7D-B7F3-40F6-85C5-A91A28777272}" type="presOf" srcId="{9E59FE79-BCA4-4120-978C-1825FA26BD0B}" destId="{E8B374E7-2BEC-4822-9DFF-80043610A8E2}" srcOrd="0" destOrd="0" presId="urn:microsoft.com/office/officeart/2005/8/layout/default"/>
    <dgm:cxn modelId="{B2BE3E80-67C7-40D2-9016-2DE4176951BC}" srcId="{E369C70D-20C4-4C8E-BDF8-39B7DDD1E505}" destId="{D4E02A8E-0E24-4567-AC10-9E602EF169E6}" srcOrd="5" destOrd="0" parTransId="{1DA275A4-9E44-454C-AB84-924044482C40}" sibTransId="{36686736-7DBE-447B-AF22-609EC260B7DE}"/>
    <dgm:cxn modelId="{13675F8D-DF19-42C3-8F2A-241C4523956A}" type="presOf" srcId="{B88F5CAB-4DE4-4276-925A-703264710692}" destId="{1E7BEC05-D4B3-420B-A0EE-FEE466BE41A8}" srcOrd="0" destOrd="0" presId="urn:microsoft.com/office/officeart/2005/8/layout/default"/>
    <dgm:cxn modelId="{BDF4D9A3-5430-42A5-AED0-30C31379FA26}" type="presOf" srcId="{E3775149-E652-4A4E-B1A9-7287D97921BF}" destId="{68A25021-DFA5-48AE-A941-FA6D0EE6D15F}" srcOrd="0" destOrd="0" presId="urn:microsoft.com/office/officeart/2005/8/layout/default"/>
    <dgm:cxn modelId="{6ADAB7AD-B46B-4736-8EE2-214B331F57EB}" type="presOf" srcId="{D4E02A8E-0E24-4567-AC10-9E602EF169E6}" destId="{C19E6706-B256-4815-AE14-FBE45B7FFFFB}" srcOrd="0" destOrd="0" presId="urn:microsoft.com/office/officeart/2005/8/layout/default"/>
    <dgm:cxn modelId="{D38097C5-2CD7-4D59-BC6F-3DE5B490DEE8}" type="presOf" srcId="{3AEF7B2C-72CB-4FC1-9CEB-90F5155A771C}" destId="{FA9B215E-C90F-432E-A788-129E4923D81C}" srcOrd="0" destOrd="0" presId="urn:microsoft.com/office/officeart/2005/8/layout/default"/>
    <dgm:cxn modelId="{D6DA92CB-8AD8-4D1A-A72E-A5F0928FB53B}" type="presOf" srcId="{E369C70D-20C4-4C8E-BDF8-39B7DDD1E505}" destId="{8179E7BB-1C60-4E8D-B1E3-8B5AA827F495}" srcOrd="0" destOrd="0" presId="urn:microsoft.com/office/officeart/2005/8/layout/default"/>
    <dgm:cxn modelId="{92FF05CE-BE42-4D2C-BB04-AC57E961E138}" srcId="{E369C70D-20C4-4C8E-BDF8-39B7DDD1E505}" destId="{E3775149-E652-4A4E-B1A9-7287D97921BF}" srcOrd="0" destOrd="0" parTransId="{489C61FF-93A3-4C03-93B9-58DF4374C5DF}" sibTransId="{885C9B14-D02D-49CF-857E-2DF18889D1AE}"/>
    <dgm:cxn modelId="{5B9B1FCE-00C0-47C5-9EC9-6BF3296543EC}" srcId="{E369C70D-20C4-4C8E-BDF8-39B7DDD1E505}" destId="{9E59FE79-BCA4-4120-978C-1825FA26BD0B}" srcOrd="3" destOrd="0" parTransId="{5D788181-66FA-464C-93F5-3DAB490964A0}" sibTransId="{1F32ABEA-D759-46DF-A67E-6D9F9CBCFEB9}"/>
    <dgm:cxn modelId="{88AA6FD2-1BE4-4B2A-8C29-8495CC4BB65F}" srcId="{E369C70D-20C4-4C8E-BDF8-39B7DDD1E505}" destId="{B88F5CAB-4DE4-4276-925A-703264710692}" srcOrd="2" destOrd="0" parTransId="{D2D5AA79-62F8-4C10-9A74-53BD4A83BE8A}" sibTransId="{B099C0E4-1E59-4B71-A1AF-D5D088C887DD}"/>
    <dgm:cxn modelId="{0E3E6CDC-DB18-432D-A2A0-D24E23C12153}" type="presOf" srcId="{34934E56-DFB7-4151-A486-B13844F93959}" destId="{5B326414-7841-4EBB-9A44-6599966982EB}" srcOrd="0" destOrd="0" presId="urn:microsoft.com/office/officeart/2005/8/layout/default"/>
    <dgm:cxn modelId="{6BCB3DF4-C275-4082-9145-58656889F1E4}" type="presParOf" srcId="{8179E7BB-1C60-4E8D-B1E3-8B5AA827F495}" destId="{68A25021-DFA5-48AE-A941-FA6D0EE6D15F}" srcOrd="0" destOrd="0" presId="urn:microsoft.com/office/officeart/2005/8/layout/default"/>
    <dgm:cxn modelId="{99E69413-6329-42AD-B917-C390017581EB}" type="presParOf" srcId="{8179E7BB-1C60-4E8D-B1E3-8B5AA827F495}" destId="{A09459A0-8C7B-4C33-9158-1787BB52225E}" srcOrd="1" destOrd="0" presId="urn:microsoft.com/office/officeart/2005/8/layout/default"/>
    <dgm:cxn modelId="{4C4A0D1A-DB87-4BD2-B82F-5414147728E4}" type="presParOf" srcId="{8179E7BB-1C60-4E8D-B1E3-8B5AA827F495}" destId="{FA9B215E-C90F-432E-A788-129E4923D81C}" srcOrd="2" destOrd="0" presId="urn:microsoft.com/office/officeart/2005/8/layout/default"/>
    <dgm:cxn modelId="{1A2FF24A-C2F8-486B-A2F5-AAAA1339D043}" type="presParOf" srcId="{8179E7BB-1C60-4E8D-B1E3-8B5AA827F495}" destId="{C6DF40EC-BF23-4C70-848B-CE945438C002}" srcOrd="3" destOrd="0" presId="urn:microsoft.com/office/officeart/2005/8/layout/default"/>
    <dgm:cxn modelId="{3CE7C2B3-0217-46DC-AACA-DA725A0D2BA5}" type="presParOf" srcId="{8179E7BB-1C60-4E8D-B1E3-8B5AA827F495}" destId="{1E7BEC05-D4B3-420B-A0EE-FEE466BE41A8}" srcOrd="4" destOrd="0" presId="urn:microsoft.com/office/officeart/2005/8/layout/default"/>
    <dgm:cxn modelId="{A7600839-04F7-4129-B0CB-7CB2163FA279}" type="presParOf" srcId="{8179E7BB-1C60-4E8D-B1E3-8B5AA827F495}" destId="{395CEAD6-04F9-4F3A-BAC3-ABCF01FF1C71}" srcOrd="5" destOrd="0" presId="urn:microsoft.com/office/officeart/2005/8/layout/default"/>
    <dgm:cxn modelId="{6E431F22-BC1A-45BB-9906-7B3E76CE1C86}" type="presParOf" srcId="{8179E7BB-1C60-4E8D-B1E3-8B5AA827F495}" destId="{E8B374E7-2BEC-4822-9DFF-80043610A8E2}" srcOrd="6" destOrd="0" presId="urn:microsoft.com/office/officeart/2005/8/layout/default"/>
    <dgm:cxn modelId="{F91E1828-4D29-49E4-B7B9-C542207EA749}" type="presParOf" srcId="{8179E7BB-1C60-4E8D-B1E3-8B5AA827F495}" destId="{5541F3F4-A929-430E-9074-95C300D729DF}" srcOrd="7" destOrd="0" presId="urn:microsoft.com/office/officeart/2005/8/layout/default"/>
    <dgm:cxn modelId="{E2599208-9723-454A-BEEC-FA292ECF2944}" type="presParOf" srcId="{8179E7BB-1C60-4E8D-B1E3-8B5AA827F495}" destId="{5B326414-7841-4EBB-9A44-6599966982EB}" srcOrd="8" destOrd="0" presId="urn:microsoft.com/office/officeart/2005/8/layout/default"/>
    <dgm:cxn modelId="{715BF35D-9DFE-4DCE-B965-BC80729F24BE}" type="presParOf" srcId="{8179E7BB-1C60-4E8D-B1E3-8B5AA827F495}" destId="{102F6FF4-E3AB-4832-9115-C75C6B3C3981}" srcOrd="9" destOrd="0" presId="urn:microsoft.com/office/officeart/2005/8/layout/default"/>
    <dgm:cxn modelId="{572C3B0A-46CB-4446-92C5-46E3B9EBBF9C}" type="presParOf" srcId="{8179E7BB-1C60-4E8D-B1E3-8B5AA827F495}" destId="{C19E6706-B256-4815-AE14-FBE45B7FFFFB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A25021-DFA5-48AE-A941-FA6D0EE6D15F}">
      <dsp:nvSpPr>
        <dsp:cNvPr id="0" name=""/>
        <dsp:cNvSpPr/>
      </dsp:nvSpPr>
      <dsp:spPr>
        <a:xfrm>
          <a:off x="1250656" y="902"/>
          <a:ext cx="2704489" cy="162269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Built on the Magnets demo.</a:t>
          </a:r>
        </a:p>
      </dsp:txBody>
      <dsp:txXfrm>
        <a:off x="1250656" y="902"/>
        <a:ext cx="2704489" cy="1622693"/>
      </dsp:txXfrm>
    </dsp:sp>
    <dsp:sp modelId="{FA9B215E-C90F-432E-A788-129E4923D81C}">
      <dsp:nvSpPr>
        <dsp:cNvPr id="0" name=""/>
        <dsp:cNvSpPr/>
      </dsp:nvSpPr>
      <dsp:spPr>
        <a:xfrm>
          <a:off x="4225595" y="902"/>
          <a:ext cx="2704489" cy="1622693"/>
        </a:xfrm>
        <a:prstGeom prst="rect">
          <a:avLst/>
        </a:prstGeom>
        <a:solidFill>
          <a:schemeClr val="accent5">
            <a:hueOff val="-298961"/>
            <a:satOff val="-578"/>
            <a:lumOff val="-11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Imported a 3d model of a soccer goal.</a:t>
          </a:r>
        </a:p>
      </dsp:txBody>
      <dsp:txXfrm>
        <a:off x="4225595" y="902"/>
        <a:ext cx="2704489" cy="1622693"/>
      </dsp:txXfrm>
    </dsp:sp>
    <dsp:sp modelId="{1E7BEC05-D4B3-420B-A0EE-FEE466BE41A8}">
      <dsp:nvSpPr>
        <dsp:cNvPr id="0" name=""/>
        <dsp:cNvSpPr/>
      </dsp:nvSpPr>
      <dsp:spPr>
        <a:xfrm>
          <a:off x="7200533" y="902"/>
          <a:ext cx="2704489" cy="1622693"/>
        </a:xfrm>
        <a:prstGeom prst="rect">
          <a:avLst/>
        </a:prstGeom>
        <a:solidFill>
          <a:schemeClr val="accent5">
            <a:hueOff val="-597922"/>
            <a:satOff val="-1156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Reversed magnetism of the spheres and removed all but two.</a:t>
          </a:r>
        </a:p>
      </dsp:txBody>
      <dsp:txXfrm>
        <a:off x="7200533" y="902"/>
        <a:ext cx="2704489" cy="1622693"/>
      </dsp:txXfrm>
    </dsp:sp>
    <dsp:sp modelId="{E8B374E7-2BEC-4822-9DFF-80043610A8E2}">
      <dsp:nvSpPr>
        <dsp:cNvPr id="0" name=""/>
        <dsp:cNvSpPr/>
      </dsp:nvSpPr>
      <dsp:spPr>
        <a:xfrm>
          <a:off x="1250656" y="1894045"/>
          <a:ext cx="2704489" cy="1622693"/>
        </a:xfrm>
        <a:prstGeom prst="rect">
          <a:avLst/>
        </a:prstGeom>
        <a:solidFill>
          <a:schemeClr val="accent5">
            <a:hueOff val="-896883"/>
            <a:satOff val="-1735"/>
            <a:lumOff val="-35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Increased radius of the sphere’s force influence, in order to give it a bouncy feel.</a:t>
          </a:r>
        </a:p>
      </dsp:txBody>
      <dsp:txXfrm>
        <a:off x="1250656" y="1894045"/>
        <a:ext cx="2704489" cy="1622693"/>
      </dsp:txXfrm>
    </dsp:sp>
    <dsp:sp modelId="{5B326414-7841-4EBB-9A44-6599966982EB}">
      <dsp:nvSpPr>
        <dsp:cNvPr id="0" name=""/>
        <dsp:cNvSpPr/>
      </dsp:nvSpPr>
      <dsp:spPr>
        <a:xfrm>
          <a:off x="4225595" y="1894045"/>
          <a:ext cx="2704489" cy="1622693"/>
        </a:xfrm>
        <a:prstGeom prst="rect">
          <a:avLst/>
        </a:prstGeom>
        <a:solidFill>
          <a:schemeClr val="accent5">
            <a:hueOff val="-1195844"/>
            <a:satOff val="-2313"/>
            <a:lumOff val="-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When the red sphere is within the local positions of the goal posts, a goal is counted, and the red sphere is reset.</a:t>
          </a:r>
        </a:p>
      </dsp:txBody>
      <dsp:txXfrm>
        <a:off x="4225595" y="1894045"/>
        <a:ext cx="2704489" cy="1622693"/>
      </dsp:txXfrm>
    </dsp:sp>
    <dsp:sp modelId="{C19E6706-B256-4815-AE14-FBE45B7FFFFB}">
      <dsp:nvSpPr>
        <dsp:cNvPr id="0" name=""/>
        <dsp:cNvSpPr/>
      </dsp:nvSpPr>
      <dsp:spPr>
        <a:xfrm>
          <a:off x="7200533" y="1894045"/>
          <a:ext cx="2704489" cy="1622693"/>
        </a:xfrm>
        <a:prstGeom prst="rect">
          <a:avLst/>
        </a:prstGeom>
        <a:solidFill>
          <a:schemeClr val="accent5">
            <a:hueOff val="-1494805"/>
            <a:satOff val="-2891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Respawns are alternated based on the direction the ball came from.</a:t>
          </a:r>
        </a:p>
      </dsp:txBody>
      <dsp:txXfrm>
        <a:off x="7200533" y="1894045"/>
        <a:ext cx="2704489" cy="16226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58E14-23EC-4C25-974C-48FA83988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3" cy="5074226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9FEDD4-20A1-49F6-9E3E-0B26B426B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2167" y="3602038"/>
            <a:ext cx="5021183" cy="224458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0A32F-E6F3-4C2E-B9E3-E47868E42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AA473-D82F-4EFF-9DF7-AE6D83C51288}" type="datetime1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06724-A87A-4231-BFD9-277482AF7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0D1AF-36B8-4BB8-BD6A-71194F7BC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FF94B3-6D3E-44FE-BB02-A9027C000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627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63D8A-C68D-4CF9-9D15-3E09BCC09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4D94C-E537-4FF3-AAF8-A85F05C31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4B1D4-6731-4993-8609-16C1D3327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78474-CC00-4A95-9D50-A41C12D1EEC4}" type="datetime1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B7BBD-CEEB-4256-84B2-6D907E118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2A8B7-F430-4F4A-BB63-481F51E58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611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BAC1C-A332-4BA5-8C9C-FE0396C81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056" cy="4870974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8D137-710E-4125-B5E9-F63E7F1C9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2167" y="3566639"/>
            <a:ext cx="5021183" cy="2279979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480C5-E9A6-425E-B050-03E444BE9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8C8B4-7FBB-408F-BDB9-F0496874AFB2}" type="datetime1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B4831-6C0B-4E0B-A341-91E4C5D3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11EE6-252D-46DD-94DF-C42657EF2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345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04B06-C54A-4B7B-B6D1-436428EAF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52076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23919-9A2F-4D97-8F31-6E35BD5975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63049" y="969264"/>
            <a:ext cx="5290751" cy="255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DA345-F684-4BAA-A22C-E725B3A60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63049" y="3621849"/>
            <a:ext cx="5290751" cy="255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99C52-9753-45D8-9646-CF31BB015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8EE20-A5E2-47D3-8F6D-A2BA7AB2E093}" type="datetime1">
              <a:rPr lang="en-US" smtClean="0"/>
              <a:t>9/22/2022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95E57-622C-4199-940E-F5462E1AC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B7592-00E8-41EF-B749-2A5EA8E46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504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F4AA536-072F-4374-926E-17E038EC7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7995"/>
          </a:xfrm>
          <a:prstGeom prst="rect">
            <a:avLst/>
          </a:prstGeom>
          <a:solidFill>
            <a:schemeClr val="bg2">
              <a:lumMod val="9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291277-967B-4176-B40B-9EC360626994}"/>
              </a:ext>
            </a:extLst>
          </p:cNvPr>
          <p:cNvSpPr/>
          <p:nvPr/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B11C00-F7CB-4484-807A-D12745CD3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978119"/>
            <a:ext cx="11165481" cy="1073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AAA6E-E243-48B3-9585-3C1420B3E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7870" y="2178908"/>
            <a:ext cx="5020056" cy="65490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D01B8-0F2E-41A4-B21C-334393F6A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7870" y="2876085"/>
            <a:ext cx="5020056" cy="33228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9B23F-3E60-415A-9CE7-0928B5CFB2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2168" y="2178908"/>
            <a:ext cx="5021182" cy="65490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223446-0CDC-402B-8D71-D9D29F6DFF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62168" y="2876085"/>
            <a:ext cx="5021182" cy="33228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2B77D3-C6EC-4FFD-9E10-24E1AC542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7870" y="6420414"/>
            <a:ext cx="2743200" cy="365125"/>
          </a:xfrm>
        </p:spPr>
        <p:txBody>
          <a:bodyPr/>
          <a:lstStyle/>
          <a:p>
            <a:fld id="{3382CF99-132F-413F-B7EF-71A5C33F2ED6}" type="datetime1">
              <a:rPr lang="en-US" smtClean="0"/>
              <a:t>9/22/2022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9DF31B-BD07-4DC2-95C2-B77E51AAE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54CE5A-3A0A-4AAB-81D2-F1C20636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706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16B8-52AB-412B-BBE7-B6BE698FA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F779C3-9D19-467E-A5D2-0920834D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7AE06-98E0-4D9F-A059-92C3548821BB}" type="datetime1">
              <a:rPr lang="en-US" smtClean="0"/>
              <a:t>9/22/2022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72BB4-C8D8-4F74-9677-5AC979932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B49B8-779F-4492-ABD9-96F0D042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262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B976BF-9339-48D6-881A-280D15492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A00CA-3DDC-4705-B840-978EF5EA0707}" type="datetime1">
              <a:rPr lang="en-US" smtClean="0"/>
              <a:t>9/22/2022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77605-C9C8-432E-9662-D7D410B15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432B6-4A12-46EF-98A7-B5D50BD5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485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F191C-AF68-4230-A7B2-F8F07B486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948" cy="2270641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F9F11-5FCF-4D7E-BA51-38CB84277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3182" y="987423"/>
            <a:ext cx="502094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3B519B-06C0-41BC-95FB-FB1FE4363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7870" y="3361038"/>
            <a:ext cx="5020948" cy="2507949"/>
          </a:xfrm>
        </p:spPr>
        <p:txBody>
          <a:bodyPr>
            <a:normAutofit/>
          </a:bodyPr>
          <a:lstStyle>
            <a:lvl1pPr marL="0" indent="0">
              <a:buNone/>
              <a:defRPr sz="2400" b="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8B70C-015C-4832-AFF6-D033E0227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66D49-0BBA-4C5A-AD96-6448CA63451A}" type="datetime1">
              <a:rPr lang="en-US" smtClean="0"/>
              <a:t>9/22/2022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1A6FB-8C14-46D1-90A5-0FF11DE78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2C585-6FA1-4E94-9C1C-A1DEDE551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399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98B43-D1CE-43F4-A367-EF1FE9688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948" cy="2270641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B73978-8CDF-4C0E-ABA1-7291A0347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62168" y="987425"/>
            <a:ext cx="502700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ECC62-ED45-451E-BEC5-A03C6A554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7870" y="3340442"/>
            <a:ext cx="5020948" cy="2528545"/>
          </a:xfrm>
        </p:spPr>
        <p:txBody>
          <a:bodyPr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A7A86-B983-4315-9312-936B4FCF7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EB293-A316-472D-A8B4-6947CF1A12B7}" type="datetime1">
              <a:rPr lang="en-US" smtClean="0"/>
              <a:t>9/22/2022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E88C0-25A5-46F9-AB35-EAD50E6B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F9EA8-45AD-478E-8606-9328245B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51E4AC6-B446-4768-97EF-CA4B8261433B}"/>
              </a:ext>
            </a:extLst>
          </p:cNvPr>
          <p:cNvCxnSpPr>
            <a:cxnSpLocks/>
          </p:cNvCxnSpPr>
          <p:nvPr/>
        </p:nvCxnSpPr>
        <p:spPr>
          <a:xfrm>
            <a:off x="11689174" y="2172428"/>
            <a:ext cx="0" cy="33547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0262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F6B8E-1D8E-4105-9BBB-D53AD24B7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25530-6629-4FEA-9670-EB21A2F5B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64C7A-A73F-46F5-BC33-696671DAE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2F1F0-FE2D-4C1C-B320-8CB9BE735F0F}" type="datetime1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B3CC0-B649-4509-A4B6-DF9D20EFA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ECCCA-3F2A-46F3-BF45-7C862FF1D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350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7BD47B-C187-494C-812F-46BE0040B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7995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50133B-2446-4168-AA17-6538910668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62168" y="996791"/>
            <a:ext cx="5011962" cy="49569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06A9AD-2756-4C51-A958-6756301EB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7870" y="996791"/>
            <a:ext cx="5021183" cy="4956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2995D-CCEA-43AF-973B-8B6B56A56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1B96C-10FD-4EBC-9029-9652B7535D02}" type="datetime1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029CF-BA62-4CCD-956E-FFA0B37B8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E0B3D-96AB-41B3-ABDD-5B0DE863D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18136A-0796-46EB-89BB-4C73C0258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480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61AD20-E240-4E6F-AF91-689F7AEEE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48704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78801-35D1-4C19-BC2B-EAC7EE917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2168" y="969264"/>
            <a:ext cx="5021182" cy="4870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82A45-C5B9-4575-8E28-A35767B4D7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7870" y="64204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734BCCD4-CEB1-405B-A443-DD9CBCBEA552}" type="datetime1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D0933-AA03-4018-8E37-004CFB9F6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7870" y="9771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F282A-DF4A-4A2D-9672-8F0F770A3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4317" y="6420414"/>
            <a:ext cx="6379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DFDF98CC-160E-494C-8C3C-8CDC5FA257D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E57300-C7FF-4578-99A0-42B0295B123C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45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27432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2" descr="Foosball football players">
            <a:extLst>
              <a:ext uri="{FF2B5EF4-FFF2-40B4-BE49-F238E27FC236}">
                <a16:creationId xmlns:a16="http://schemas.microsoft.com/office/drawing/2014/main" id="{1526A12A-FCE0-B1A4-B93B-874A739984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5554" b="9859"/>
          <a:stretch/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55D3C2-413B-5E13-9E79-E20DAABA0F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334248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</a:rPr>
              <a:t>Single Player Magnetic Soccer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40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633C57-C613-C92E-F851-B0EDDA7B2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6160"/>
            <a:ext cx="11155680" cy="1636411"/>
          </a:xfrm>
        </p:spPr>
        <p:txBody>
          <a:bodyPr>
            <a:normAutofit/>
          </a:bodyPr>
          <a:lstStyle/>
          <a:p>
            <a:r>
              <a:rPr lang="en-US" dirty="0"/>
              <a:t>Basis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61A562-3404-98A2-9962-A5861F5335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9690350"/>
              </p:ext>
            </p:extLst>
          </p:nvPr>
        </p:nvGraphicFramePr>
        <p:xfrm>
          <a:off x="528320" y="2780521"/>
          <a:ext cx="11155680" cy="35176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7200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BA4F4A7E-0BEC-6F48-F58B-847EED2B99F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6" r="-1" b="-1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7B3E2DB-180D-4752-BBB6-987822D6BC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944761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F478127-8A5B-4A08-1297-A5EF6B4E54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49663" y="873557"/>
            <a:ext cx="5824468" cy="17240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The height and the size of the goal was reduced to make bouncing the spheres less viable.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59321" y="508090"/>
            <a:ext cx="6114810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774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17">
            <a:extLst>
              <a:ext uri="{FF2B5EF4-FFF2-40B4-BE49-F238E27FC236}">
                <a16:creationId xmlns:a16="http://schemas.microsoft.com/office/drawing/2014/main" id="{ADE57300-C7FF-4578-99A0-42B0295B1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19">
            <a:extLst>
              <a:ext uri="{FF2B5EF4-FFF2-40B4-BE49-F238E27FC236}">
                <a16:creationId xmlns:a16="http://schemas.microsoft.com/office/drawing/2014/main" id="{F3FF94B3-6D3E-44FE-BB02-A9027C000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Rectangle 21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22BE5-E57A-D0AE-6F58-F4A4AFA01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22813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Code Snippets</a:t>
            </a:r>
          </a:p>
        </p:txBody>
      </p:sp>
      <p:sp>
        <p:nvSpPr>
          <p:cNvPr id="31" name="Rectangle 23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25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11650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11190B8C-3219-E239-1E1D-2A6FEFB4F3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71" y="3634619"/>
            <a:ext cx="5021182" cy="2598461"/>
          </a:xfrm>
          <a:prstGeom prst="rect">
            <a:avLst/>
          </a:prstGeom>
        </p:spPr>
      </p:pic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51C4FFAD-C14B-50E7-0D50-2F0935D9E5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6149" y="657369"/>
            <a:ext cx="3881584" cy="526104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95CBCEB-7F43-EF34-D9D1-8C9EA1ACB649}"/>
              </a:ext>
            </a:extLst>
          </p:cNvPr>
          <p:cNvSpPr txBox="1"/>
          <p:nvPr/>
        </p:nvSpPr>
        <p:spPr>
          <a:xfrm>
            <a:off x="517870" y="2119103"/>
            <a:ext cx="50211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Below: “Hit” Detection, compares local positioning of the goal and the sphere to determine whether a point has been made, then respawns the ball at a different location to prevent multiple points being scored at once.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65A5A0-1A9A-2814-736C-F0B4B89BAFEC}"/>
              </a:ext>
            </a:extLst>
          </p:cNvPr>
          <p:cNvSpPr txBox="1"/>
          <p:nvPr/>
        </p:nvSpPr>
        <p:spPr>
          <a:xfrm>
            <a:off x="7126149" y="6018245"/>
            <a:ext cx="3881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Above: Creating goal as a </a:t>
            </a:r>
            <a:r>
              <a:rPr lang="en-US" dirty="0" err="1"/>
              <a:t>multimesh</a:t>
            </a:r>
            <a:r>
              <a:rPr lang="en-US" dirty="0"/>
              <a:t> object with collision detection.</a:t>
            </a:r>
          </a:p>
        </p:txBody>
      </p:sp>
    </p:spTree>
    <p:extLst>
      <p:ext uri="{BB962C8B-B14F-4D97-AF65-F5344CB8AC3E}">
        <p14:creationId xmlns:p14="http://schemas.microsoft.com/office/powerpoint/2010/main" val="1851693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297BA656-8883-89F4-A5CE-396173CB99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283" y="4221372"/>
            <a:ext cx="2108826" cy="2447399"/>
          </a:xfrm>
          <a:prstGeom prst="rect">
            <a:avLst/>
          </a:prstGeom>
        </p:spPr>
      </p:pic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BBC5B3AA-A6F4-D5EB-B55E-137E17CD0A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283" y="731551"/>
            <a:ext cx="4429125" cy="32956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D18D40-06DE-667C-3D0C-A822C40467FE}"/>
              </a:ext>
            </a:extLst>
          </p:cNvPr>
          <p:cNvSpPr txBox="1"/>
          <p:nvPr/>
        </p:nvSpPr>
        <p:spPr>
          <a:xfrm>
            <a:off x="2600109" y="4221372"/>
            <a:ext cx="22235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Above: Mild edits to sphere creation were made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34BE6C-9DAB-CF53-9600-8DF82B3DE48B}"/>
              </a:ext>
            </a:extLst>
          </p:cNvPr>
          <p:cNvSpPr txBox="1"/>
          <p:nvPr/>
        </p:nvSpPr>
        <p:spPr>
          <a:xfrm>
            <a:off x="2667699" y="5310231"/>
            <a:ext cx="21088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Left: A new panel was needed to display extra game info</a:t>
            </a:r>
          </a:p>
        </p:txBody>
      </p:sp>
      <p:pic>
        <p:nvPicPr>
          <p:cNvPr id="11" name="Picture 10" descr="A picture containing text, businesscard, projector&#10;&#10;Description automatically generated">
            <a:extLst>
              <a:ext uri="{FF2B5EF4-FFF2-40B4-BE49-F238E27FC236}">
                <a16:creationId xmlns:a16="http://schemas.microsoft.com/office/drawing/2014/main" id="{FE199C43-F8A4-9BBB-0818-566EC17806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4539" y="242769"/>
            <a:ext cx="5601303" cy="3295650"/>
          </a:xfrm>
          <a:prstGeom prst="rect">
            <a:avLst/>
          </a:prstGeom>
        </p:spPr>
      </p:pic>
      <p:pic>
        <p:nvPicPr>
          <p:cNvPr id="13" name="Picture 12" descr="Diagram&#10;&#10;Description automatically generated with low confidence">
            <a:extLst>
              <a:ext uri="{FF2B5EF4-FFF2-40B4-BE49-F238E27FC236}">
                <a16:creationId xmlns:a16="http://schemas.microsoft.com/office/drawing/2014/main" id="{0EA43FA8-B50A-DE48-CAA2-C3B0C807CC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9029" y="3583156"/>
            <a:ext cx="5616813" cy="327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829598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AnalogousFromRegularSeedLeftStep">
      <a:dk1>
        <a:srgbClr val="000000"/>
      </a:dk1>
      <a:lt1>
        <a:srgbClr val="FFFFFF"/>
      </a:lt1>
      <a:dk2>
        <a:srgbClr val="1B2F30"/>
      </a:dk2>
      <a:lt2>
        <a:srgbClr val="F0F1F3"/>
      </a:lt2>
      <a:accent1>
        <a:srgbClr val="D7942D"/>
      </a:accent1>
      <a:accent2>
        <a:srgbClr val="CF3F1D"/>
      </a:accent2>
      <a:accent3>
        <a:srgbClr val="E12F57"/>
      </a:accent3>
      <a:accent4>
        <a:srgbClr val="CF1D90"/>
      </a:accent4>
      <a:accent5>
        <a:srgbClr val="D62FE1"/>
      </a:accent5>
      <a:accent6>
        <a:srgbClr val="7D22D0"/>
      </a:accent6>
      <a:hlink>
        <a:srgbClr val="3F72BF"/>
      </a:hlink>
      <a:folHlink>
        <a:srgbClr val="7F7F7F"/>
      </a:folHlink>
    </a:clrScheme>
    <a:fontScheme name="Bierstad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181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Bierstadt</vt:lpstr>
      <vt:lpstr>GestaltVTI</vt:lpstr>
      <vt:lpstr>Single Player Magnetic Soccer</vt:lpstr>
      <vt:lpstr>Basis</vt:lpstr>
      <vt:lpstr>PowerPoint Presentation</vt:lpstr>
      <vt:lpstr>Code Snippets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Single Player Magnetic Soccer</dc:title>
  <dc:creator>Noah Wyborny</dc:creator>
  <cp:lastModifiedBy>Noah Wyborny</cp:lastModifiedBy>
  <cp:revision>1</cp:revision>
  <dcterms:created xsi:type="dcterms:W3CDTF">2022-09-23T01:42:45Z</dcterms:created>
  <dcterms:modified xsi:type="dcterms:W3CDTF">2022-09-23T02:11:20Z</dcterms:modified>
</cp:coreProperties>
</file>